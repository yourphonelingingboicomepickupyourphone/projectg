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3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E96D-E04D-4C0C-E676-B2B2E24D8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CFE24-C6C1-F75B-7BDE-D1ABDAB87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B2487-B01A-A5FB-2340-027E4D96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CA37-5857-90C2-2C83-ED166BD6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42989-BF64-689E-8991-EE629B2A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5307-E324-773B-3F7C-D60199FB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6A359-06DD-1C61-80D7-FCE43EB05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D95C8-B6CF-367A-D15D-791CE5AA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B2705-808E-E1D9-D620-FF0749B4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8C08-ED50-0E93-F836-9D43AFEB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3459-ED9B-3A38-5C76-1018B50B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003AA-4AF6-D3A2-CCB0-0015175FB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58379-62B9-DB50-87D2-962BF788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0DB7F-F73D-4BA2-116A-BC85E1CA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31CA-6EBC-2CBA-980E-3AA779CC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6A47-81A8-824A-7823-12C8B2D7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8DED-3E34-DB88-6B4A-B7696607F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99AD1-3FA2-28CB-F272-B05B9DE46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452CA-1A6B-D7FF-15A0-310E7213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70A5C-F781-E6D7-F594-FC543EE2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92F9E-3317-3EF5-D3B8-370EEDF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3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F7C6-4735-A52D-DF82-3BEA7CD8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21052-5173-D543-54CA-BA3A536F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53034-B090-0F81-B11C-A2A83723F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3BD16E-AA1A-E247-DF94-FC2924154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55E60-495E-FF2D-4615-1ACED6342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EBB77-BA59-461E-5B30-6F748E12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1C4264-2D58-E977-D3EB-2CE529D4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686E3-F549-87CE-885C-80E2513F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3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7333-3D8F-CA16-5906-36260C6C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7E790B-B7ED-21A1-40BD-656ED701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825D0-3A29-31B9-2091-0D33E66A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FACC6-4264-867D-8F96-A3F09A93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93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9A2EB-3415-19DD-60E4-FA5F9506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F9488-48F6-DD43-3C9A-50113B91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FF71E-64B9-2915-8799-7670B027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A41D-7774-CC3C-58C2-7B6FFBB0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CDFD-B810-A106-D338-43E95AE5F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15F006-A1D0-2F17-CC98-35145A479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54541-875D-91B9-25AC-68EA435B1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B518A-F717-2B5D-2B82-8026744A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61159-8902-51B6-4A2E-99A3560A5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5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FD7D-4717-A148-E3AA-12244506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F34DFA-3921-EA25-2DDC-6E87BC80EB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82E47-CB05-6AB6-39F7-BBE56C8CE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3D8EC-8C77-A311-2FBE-347CDDA2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9F685-218F-CE11-EA6F-9670EC95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49D2C-71BF-ABBC-C7E2-28F39958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02CFF-33A8-B5C5-2FE3-9AC9F12D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BE6F77-E4E3-0C77-8270-AE99AD25CF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12F95-31E8-51FB-8B4D-0E7681AB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05C0D-D9C9-F515-8E9B-989A8217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6D276-B9EC-8944-7E70-05925253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6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D44FA-ED35-8A8A-11EB-CEC69CEF5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9E20F-2CC1-1A70-CC35-CF1524976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C05AB-9761-E407-FA6E-033573B8E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6E84-0B49-F6A0-6188-59045BDA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4A63C-0A66-3B98-2208-5F633975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1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DED32-9CD5-3837-B9A2-04533FE4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15CE6-1288-1959-B1AF-404A0BC30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21603-6BE6-C220-8ED5-5D6DDB69B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1B33E-2949-4FC2-8C0C-9F91D18C1772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6F05-2A37-C764-8D5D-3E3C5AF32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31704-3475-7677-4B56-6952BB35D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911E7-3F5E-4A98-8E35-65CC70DF1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3AC75D50-1016-86BC-9DAE-637C18BDF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867C1-F7C7-EC23-07DB-E21CCA787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6600" noProof="0" dirty="0">
                <a:solidFill>
                  <a:srgbClr val="FFFFFF"/>
                </a:solidFill>
              </a:rPr>
              <a:t>Database – Project Suggest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CE225-4269-D35E-AAAD-7D50955A6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1687815"/>
          </a:xfrm>
        </p:spPr>
        <p:txBody>
          <a:bodyPr anchor="t">
            <a:normAutofit/>
          </a:bodyPr>
          <a:lstStyle/>
          <a:p>
            <a:pPr algn="l"/>
            <a:r>
              <a:rPr lang="en-US" noProof="0" dirty="0">
                <a:solidFill>
                  <a:srgbClr val="FFFFFF"/>
                </a:solidFill>
              </a:rPr>
              <a:t>AN. Le Quoc</a:t>
            </a:r>
          </a:p>
          <a:p>
            <a:pPr algn="l"/>
            <a:r>
              <a:rPr lang="en-US" noProof="0" dirty="0">
                <a:solidFill>
                  <a:srgbClr val="FFFFFF"/>
                </a:solidFill>
              </a:rPr>
              <a:t>DANG. Nguyen Cong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7017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E6B0F-2B17-961D-39A4-CEDB71F5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 descr="A cartoon of a child&#10;&#10;AI-generated content may be incorrect.">
            <a:extLst>
              <a:ext uri="{FF2B5EF4-FFF2-40B4-BE49-F238E27FC236}">
                <a16:creationId xmlns:a16="http://schemas.microsoft.com/office/drawing/2014/main" id="{8D459FD3-6104-FB8F-141A-D3A96A779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r="2331" b="-1"/>
          <a:stretch/>
        </p:blipFill>
        <p:spPr>
          <a:xfrm>
            <a:off x="73256" y="1472412"/>
            <a:ext cx="4942324" cy="5243348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  <a:effectLst>
            <a:innerShdw blurRad="774700" dist="101600">
              <a:prstClr val="black">
                <a:alpha val="62000"/>
              </a:prstClr>
            </a:inn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E65EB-B62B-8222-0E0E-235B4C671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955" y="2071316"/>
            <a:ext cx="6713552" cy="41148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noProof="0" dirty="0"/>
              <a:t>Context</a:t>
            </a:r>
          </a:p>
          <a:p>
            <a:pPr marL="0" indent="0">
              <a:buNone/>
            </a:pPr>
            <a:endParaRPr lang="en-US" sz="2200" noProof="0" dirty="0"/>
          </a:p>
          <a:p>
            <a:pPr>
              <a:buFontTx/>
              <a:buChar char="-"/>
            </a:pPr>
            <a:r>
              <a:rPr lang="en-US" sz="2200" noProof="0" dirty="0"/>
              <a:t>Store &amp; manage game data</a:t>
            </a:r>
          </a:p>
          <a:p>
            <a:pPr>
              <a:buFontTx/>
              <a:buChar char="-"/>
            </a:pPr>
            <a:r>
              <a:rPr lang="en-US" sz="2200" noProof="0" dirty="0"/>
              <a:t>Ensure consistency between player’s progress, NPC interactions and game logic.</a:t>
            </a:r>
          </a:p>
          <a:p>
            <a:pPr>
              <a:buFontTx/>
              <a:buChar char="-"/>
            </a:pPr>
            <a:r>
              <a:rPr lang="en-US" sz="2200" noProof="0" dirty="0"/>
              <a:t>Game balance adjustments and expansions (new items, quests, etc.)</a:t>
            </a:r>
          </a:p>
        </p:txBody>
      </p:sp>
    </p:spTree>
    <p:extLst>
      <p:ext uri="{BB962C8B-B14F-4D97-AF65-F5344CB8AC3E}">
        <p14:creationId xmlns:p14="http://schemas.microsoft.com/office/powerpoint/2010/main" val="229541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4F7E1-9928-9A05-A7B6-A2A72D94C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5F6510F-7E6C-02F0-0B9F-E46E5452F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37B62-8FFE-41C9-AE7A-32D642B4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FFF531C-D83D-FAE4-29C4-183B64C4B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7C46B-2767-1384-1327-F2F3CD3A5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79417"/>
            <a:ext cx="6713552" cy="41148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3200" noProof="0" dirty="0"/>
              <a:t>Description</a:t>
            </a:r>
          </a:p>
          <a:p>
            <a:pPr marL="0" indent="0">
              <a:buNone/>
            </a:pPr>
            <a:endParaRPr lang="en-US" sz="3200" noProof="0" dirty="0"/>
          </a:p>
          <a:p>
            <a:pPr>
              <a:buFontTx/>
              <a:buChar char="-"/>
            </a:pPr>
            <a:r>
              <a:rPr lang="en-US" sz="2200" noProof="0" dirty="0"/>
              <a:t>Gameplay mechanics</a:t>
            </a:r>
          </a:p>
          <a:p>
            <a:pPr>
              <a:buFontTx/>
              <a:buChar char="-"/>
            </a:pPr>
            <a:r>
              <a:rPr lang="en-US" sz="2200" noProof="0" dirty="0"/>
              <a:t>Core elements (Character stats, inventory, skills, progression,  item upgrade, etc.)</a:t>
            </a:r>
          </a:p>
          <a:p>
            <a:pPr>
              <a:buFontTx/>
              <a:buChar char="-"/>
            </a:pPr>
            <a:r>
              <a:rPr lang="en-US" sz="2200" noProof="0" dirty="0"/>
              <a:t>Multiplayer functions (COMING SOON </a:t>
            </a:r>
            <a:r>
              <a:rPr lang="en-US" sz="300" noProof="0" dirty="0"/>
              <a:t>(maybe…)</a:t>
            </a:r>
            <a:r>
              <a:rPr lang="en-US" sz="2600" noProof="0" dirty="0"/>
              <a:t>)</a:t>
            </a:r>
            <a:endParaRPr lang="en-US" sz="300" noProof="0" dirty="0"/>
          </a:p>
        </p:txBody>
      </p:sp>
      <p:pic>
        <p:nvPicPr>
          <p:cNvPr id="4" name="Picture 3" descr="A cartoon of a child&#10;&#10;AI-generated content may be incorrect.">
            <a:extLst>
              <a:ext uri="{FF2B5EF4-FFF2-40B4-BE49-F238E27FC236}">
                <a16:creationId xmlns:a16="http://schemas.microsoft.com/office/drawing/2014/main" id="{CC3572C5-CD89-80C4-0471-731BE640B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9" r="2331" b="-1"/>
          <a:stretch/>
        </p:blipFill>
        <p:spPr>
          <a:xfrm>
            <a:off x="7323852" y="1585501"/>
            <a:ext cx="4942324" cy="5243348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  <a:effectLst>
            <a:innerShdw blurRad="774700" dist="101600">
              <a:prstClr val="black">
                <a:alpha val="62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93252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1413A8-FAFF-B21E-9D0C-86F5266D4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7BF2A8-E2FA-30DD-8C9C-729DE5D70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CBCF5-6C44-44F6-AAAF-F09997C2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FA1298E9-358E-B67F-D128-907EC79E6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25D3A9-8D3C-D6A9-CE79-C666F81A0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664183"/>
              </p:ext>
            </p:extLst>
          </p:nvPr>
        </p:nvGraphicFramePr>
        <p:xfrm>
          <a:off x="760476" y="2781808"/>
          <a:ext cx="10668000" cy="349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71984012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27216703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402835562"/>
                    </a:ext>
                  </a:extLst>
                </a:gridCol>
              </a:tblGrid>
              <a:tr h="559779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Character save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7450"/>
                  </a:ext>
                </a:extLst>
              </a:tr>
              <a:tr h="2934875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General attributes (Name, Class, Level, HP,  ATK, ...) to manage the character status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noProof="0" dirty="0"/>
                        <a:t>Attribute Points for unique development – No character is the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noProof="0" dirty="0"/>
                        <a:t>Usable items and skills for each class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noProof="0" dirty="0"/>
                        <a:t>Class fuse – Choose your own path.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Save current player progress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85980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F432D85-B074-35F6-7048-789B1F8FC4D7}"/>
              </a:ext>
            </a:extLst>
          </p:cNvPr>
          <p:cNvSpPr txBox="1"/>
          <p:nvPr/>
        </p:nvSpPr>
        <p:spPr>
          <a:xfrm>
            <a:off x="4738116" y="2005573"/>
            <a:ext cx="271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289997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BD304-601D-AE3A-E527-16106396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1EA5BB-6B4F-FAFC-5850-0EB1C631A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F58AA-334E-78E8-24A1-F52A8067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737ED64-D0C9-2501-0B43-0853B847B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D0DD0E-1040-5032-F12B-8500087A0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725152"/>
              </p:ext>
            </p:extLst>
          </p:nvPr>
        </p:nvGraphicFramePr>
        <p:xfrm>
          <a:off x="760476" y="2781808"/>
          <a:ext cx="10668000" cy="349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71984012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27216703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402835562"/>
                    </a:ext>
                  </a:extLst>
                </a:gridCol>
              </a:tblGrid>
              <a:tr h="559779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Inventory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Item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Upgrade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7450"/>
                  </a:ext>
                </a:extLst>
              </a:tr>
              <a:tr h="2934875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Save the item quantity / durability that the player owns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Remove items if player throws, sells or the item is broken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Add items if player collects or buys from monsters, chests or shops on the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noProof="0" dirty="0"/>
                        <a:t>Save all the information about items available in 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Shows the list of upgradeable items / upgraded items 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Inherit from item table to control the condition of the upgrade tools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Save the upgrade recipe and rate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85980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EC3DA25-29DD-ED5E-C693-BB91248D9059}"/>
              </a:ext>
            </a:extLst>
          </p:cNvPr>
          <p:cNvSpPr txBox="1"/>
          <p:nvPr/>
        </p:nvSpPr>
        <p:spPr>
          <a:xfrm>
            <a:off x="4738116" y="2005573"/>
            <a:ext cx="271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552161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E24CA9-89D7-62C6-711A-79C34858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DF26D7-AD0B-EAAD-F9E9-D87C5AD8B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60D36-C183-0AD8-1704-0597A0A51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0FEBC8F-3DFF-AFFF-22DF-9698886D2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C41F49-A5F8-6BDB-3D3A-06AEE97A8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727713"/>
              </p:ext>
            </p:extLst>
          </p:nvPr>
        </p:nvGraphicFramePr>
        <p:xfrm>
          <a:off x="760476" y="2781808"/>
          <a:ext cx="10668000" cy="349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71984012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272167039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402835562"/>
                    </a:ext>
                  </a:extLst>
                </a:gridCol>
              </a:tblGrid>
              <a:tr h="559779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NPC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Monster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Boss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7450"/>
                  </a:ext>
                </a:extLst>
              </a:tr>
              <a:tr h="2934875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Give quests / rewards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Buy / sell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noProof="0" dirty="0"/>
                        <a:t>Have some general classes (Name, HP, ATK, ...) to manage the monsters attributes</a:t>
                      </a:r>
                    </a:p>
                    <a:p>
                      <a:pPr marL="285750" marR="0" lvl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noProof="0" dirty="0"/>
                        <a:t>Level systems and mechanics to control monster's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Monster but stronger and more mechanics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85980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5720352-7352-856B-E5AB-7563A7448572}"/>
              </a:ext>
            </a:extLst>
          </p:cNvPr>
          <p:cNvSpPr txBox="1"/>
          <p:nvPr/>
        </p:nvSpPr>
        <p:spPr>
          <a:xfrm>
            <a:off x="4738116" y="2005573"/>
            <a:ext cx="271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332553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C4B0F-A2C5-E7BE-34C0-EAAB1D14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9196DD-A9C7-5320-5335-5830EA8D2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7125A-552A-9726-0975-713336E99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6D7CE2B-5151-890E-524D-5A4895DC6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12E70E5-1604-6036-65CB-B8F62B459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195649"/>
              </p:ext>
            </p:extLst>
          </p:nvPr>
        </p:nvGraphicFramePr>
        <p:xfrm>
          <a:off x="760476" y="2781808"/>
          <a:ext cx="10668000" cy="349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719840125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400003389"/>
                    </a:ext>
                  </a:extLst>
                </a:gridCol>
              </a:tblGrid>
              <a:tr h="559779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Chest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7450"/>
                  </a:ext>
                </a:extLst>
              </a:tr>
              <a:tr h="2934875"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Load the address of the map assigned for the stage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noProof="0" dirty="0"/>
                        <a:t>Track the positions of objects on the map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Chest type &amp; Rarity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Obtainable Items &amp; drop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85980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FDAF04C-519F-4F6B-1374-159376CE8A30}"/>
              </a:ext>
            </a:extLst>
          </p:cNvPr>
          <p:cNvSpPr txBox="1"/>
          <p:nvPr/>
        </p:nvSpPr>
        <p:spPr>
          <a:xfrm>
            <a:off x="4738116" y="2005573"/>
            <a:ext cx="271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887921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38A1B-FA10-AC23-DBC3-87861D0C7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A050CA-B16A-2EBC-0DC9-B5DA49B37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02ADF5-0BAA-E2EB-AF87-40740320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RPG Game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38AF92C-F470-B40A-FB13-CF9AE27BE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B035FC-CB7F-8D23-411B-6AAFFA9AA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695171"/>
              </p:ext>
            </p:extLst>
          </p:nvPr>
        </p:nvGraphicFramePr>
        <p:xfrm>
          <a:off x="724893" y="3762219"/>
          <a:ext cx="10668000" cy="9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719840125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464138993"/>
                    </a:ext>
                  </a:extLst>
                </a:gridCol>
              </a:tblGrid>
              <a:tr h="997741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Difficulties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/>
                        <a:t>Multiplayer</a:t>
                      </a:r>
                    </a:p>
                    <a:p>
                      <a:pPr algn="ctr"/>
                      <a:endParaRPr lang="en-US" sz="1800" noProof="0" dirty="0"/>
                    </a:p>
                    <a:p>
                      <a:pPr algn="ctr"/>
                      <a:r>
                        <a:rPr lang="en-US" sz="1800" noProof="0" dirty="0"/>
                        <a:t>(Will be available)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7745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1A7B266-C6FD-6475-4DE6-F2F91BDBE6F4}"/>
              </a:ext>
            </a:extLst>
          </p:cNvPr>
          <p:cNvSpPr txBox="1"/>
          <p:nvPr/>
        </p:nvSpPr>
        <p:spPr>
          <a:xfrm>
            <a:off x="4738116" y="2005573"/>
            <a:ext cx="2712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40973714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298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Database – Project Suggest</vt:lpstr>
      <vt:lpstr>RPG Game</vt:lpstr>
      <vt:lpstr>RPG Game</vt:lpstr>
      <vt:lpstr>RPG Game</vt:lpstr>
      <vt:lpstr>RPG Game</vt:lpstr>
      <vt:lpstr>RPG Game</vt:lpstr>
      <vt:lpstr>RPG Game</vt:lpstr>
      <vt:lpstr>RPG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Quoc An 20236017</dc:creator>
  <cp:lastModifiedBy>Le Quoc An 20236017</cp:lastModifiedBy>
  <cp:revision>7</cp:revision>
  <dcterms:created xsi:type="dcterms:W3CDTF">2025-03-10T01:32:26Z</dcterms:created>
  <dcterms:modified xsi:type="dcterms:W3CDTF">2025-03-11T00:11:01Z</dcterms:modified>
</cp:coreProperties>
</file>